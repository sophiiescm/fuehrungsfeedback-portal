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1920240"/>
            <a:ext cx="8229600" cy="8229600"/>
          </a:xfrm>
          <a:prstGeom prst="ellipse">
            <a:avLst/>
          </a:prstGeom>
          <a:solidFill>
            <a:srgbClr val="00729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-3291840"/>
            <a:ext cx="5029200" cy="5029200"/>
          </a:xfrm>
          <a:prstGeom prst="ellipse">
            <a:avLst/>
          </a:prstGeom>
          <a:solidFill>
            <a:srgbClr val="004F2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Anonymes 360°-Feedback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für Führungskräfte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4526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Funktionsüberblick und technische Architektur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Vorstellung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 FÜHRUNGSFEEDBACK-PORTAL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13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Anonymes Feedback, das wirklich ankommt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 bewerten halbjährlich anonym ihre direkte Führungskraft. Führungskräfte bewerten wiederum ihre eigene Führungskraft. Aus den Antworten entsteht automatisch ein Report je Führungskraft — erst ab drei Antworten, damit niemand Rückschlüsse auf eine einzelne Person ziehen kann. HR behält Organisation, Umfrage-Inhalte und Rücklauf im Blick.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78040" y="1874520"/>
            <a:ext cx="2061972" cy="1536192"/>
          </a:xfrm>
          <a:prstGeom prst="roundRect">
            <a:avLst>
              <a:gd name="adj" fmla="val 5357"/>
            </a:avLst>
          </a:prstGeom>
          <a:solidFill>
            <a:srgbClr val="E6F1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79208" y="2039112"/>
            <a:ext cx="1696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79208" y="2679192"/>
            <a:ext cx="1696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Rollen: Mitarbeiter, Führungskraft, Admin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459468" y="1874520"/>
            <a:ext cx="2061972" cy="1536192"/>
          </a:xfrm>
          <a:prstGeom prst="roundRect">
            <a:avLst>
              <a:gd name="adj" fmla="val 5357"/>
            </a:avLst>
          </a:prstGeom>
          <a:solidFill>
            <a:srgbClr val="E6F1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60636" y="2039112"/>
            <a:ext cx="1696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660636" y="2679192"/>
            <a:ext cx="1696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Antworten, bevor ein Report entsteht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78040" y="3630168"/>
            <a:ext cx="2061972" cy="1536192"/>
          </a:xfrm>
          <a:prstGeom prst="roundRect">
            <a:avLst>
              <a:gd name="adj" fmla="val 5357"/>
            </a:avLst>
          </a:prstGeom>
          <a:solidFill>
            <a:srgbClr val="E6F1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79208" y="3794760"/>
            <a:ext cx="1696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379208" y="4434840"/>
            <a:ext cx="1696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Sprachen je Fragebogen wählbar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59468" y="3630168"/>
            <a:ext cx="2061972" cy="1536192"/>
          </a:xfrm>
          <a:prstGeom prst="roundRect">
            <a:avLst>
              <a:gd name="adj" fmla="val 5357"/>
            </a:avLst>
          </a:prstGeom>
          <a:solidFill>
            <a:srgbClr val="E6F1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60636" y="3794760"/>
            <a:ext cx="1696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660636" y="4434840"/>
            <a:ext cx="16962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Export-Formate: PDF, PowerPoint, Excel, CSV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13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funktioniert 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E6F1EA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423160"/>
            <a:ext cx="566928" cy="566928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2004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anlegen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840480"/>
            <a:ext cx="20299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wählt Fragebogen &amp; Zeitraum — einmalig oder automatisch wiederkehrend.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82112" y="36118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38144" y="214884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DCEFF4"/>
          </a:solidFill>
          <a:ln/>
        </p:spPr>
      </p:sp>
      <p:sp>
        <p:nvSpPr>
          <p:cNvPr id="11" name="Shape 9"/>
          <p:cNvSpPr/>
          <p:nvPr/>
        </p:nvSpPr>
        <p:spPr>
          <a:xfrm>
            <a:off x="3694176" y="2423160"/>
            <a:ext cx="566928" cy="566928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94176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94176" y="32004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 bewerten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94176" y="3840480"/>
            <a:ext cx="20299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 füllen den Fragebogen aus — am Handy, Tablet oder PC.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80176" y="36118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6208" y="214884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E6F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2004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entsteht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40480"/>
            <a:ext cx="20299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drei Antworten wertet das System automatisch aus und schwärzt Freitexte.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61188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4272" y="214884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DCEFF4"/>
          </a:solidFill>
          <a:ln/>
        </p:spPr>
      </p:sp>
      <p:sp>
        <p:nvSpPr>
          <p:cNvPr id="23" name="Shape 21"/>
          <p:cNvSpPr/>
          <p:nvPr/>
        </p:nvSpPr>
        <p:spPr>
          <a:xfrm>
            <a:off x="9290304" y="2423160"/>
            <a:ext cx="566928" cy="566928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90304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90304" y="32004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Maßnahmen ableiten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90304" y="3840480"/>
            <a:ext cx="20299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Führungskraft sieht den Report und leitet Maßnahmen fürs Team ab.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4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MITARBEITENDE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13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geben, im Blick behalten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Dashboard, eine Aufgabe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9631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„Du hast 2 offene Feedbacks“ oder „Alles erledigt“ — mit Fälligkeitsdatum.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167128"/>
            <a:ext cx="457200" cy="457200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 ca. 5 Minuten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9631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Antwort-Kacheln, funktioniert auf Handy, Tablet und Kiosk-PC.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297680"/>
            <a:ext cx="457200" cy="457200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79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Vertrauens-Hinweis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2686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jeder Umfrage steht in Klartext, was mit den Antworten passiert.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297680"/>
            <a:ext cx="457200" cy="457200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79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Antworten ansehen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62686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der Abgabe nur lesbar und nur auf dem eigenen Gerät gespeichert.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FÜHRUNGSKRÄFTE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13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 eigenen Report verstehen und nutzen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vier Reitern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9631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Überblick, Themen im Detail, Freitexte, Verlauf über mehrere Runden.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167128"/>
            <a:ext cx="457200" cy="457200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 auf einen Blick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9631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 mit Fachbereich, Unternehmen und Vorrunde; Ampel-Bewertung.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297680"/>
            <a:ext cx="457200" cy="457200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79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Weiterempfehlung (NPS)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2686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Würde mich mein Team weiterempfehlen? Mit Referenzwert.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297680"/>
            <a:ext cx="457200" cy="457200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79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Maßnahmen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62686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PDF, PowerPoint, Excel oder CSV — plus Maßnahmen fürs Team ableiten.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4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HR / ADMIN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13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Umfrage gestalten &amp; Befragungsrunden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Fragetypen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9631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Likert-Skala, Weiterempfehlung (NPS), Auswahl, Freitext — mit Verzweigungen.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167128"/>
            <a:ext cx="457200" cy="457200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Mehrsprachig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9631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Beliebige Zusatzsprachen; fehlende Texte fallen auf Deutsch zurück.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297680"/>
            <a:ext cx="457200" cy="457200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79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wiederkehrend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2686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Vierteljährlich, halbjährlich oder jährlich — läuft von selbst.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297680"/>
            <a:ext cx="457200" cy="457200"/>
          </a:xfrm>
          <a:prstGeom prst="ellipse">
            <a:avLst/>
          </a:prstGeom>
          <a:solidFill>
            <a:srgbClr val="004F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79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immer aktuell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62686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jedem Rundenstart automatisch aus SAP aktualisiert.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HR / ADMIN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13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Auswertung, Reports &amp; Rechte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Pseudonymer Benchmark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9631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Führungskräfte vergleichen — als „FK-A“, „FK-B“, nie mit echtem Namen.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167128"/>
            <a:ext cx="457200" cy="457200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148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Unternehmensweiter NPS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96312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manuell pflegbarem Referenzwert, z. B. aus einer Branchenstudie.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297680"/>
            <a:ext cx="457200" cy="457200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79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Report-Layout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2686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Abschnitte, Textbausteine und Platzhalter zentral festlegen.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9651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2E24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297680"/>
            <a:ext cx="457200" cy="457200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79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Feine Zugriffsrollen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626864"/>
            <a:ext cx="4251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„nur Auswertung ansehen“ statt Vollzugriff für alle Admins.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011680"/>
            <a:ext cx="5486400" cy="5486400"/>
          </a:xfrm>
          <a:prstGeom prst="ellipse">
            <a:avLst/>
          </a:prstGeom>
          <a:solidFill>
            <a:srgbClr val="004F23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GRUNDPRINZIP DER PLATTFORM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Anonymität &amp; Sicherheit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762695" y="384048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B340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62695" y="3840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VERHANDELBAR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384048" cy="384048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74520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Team-Schwelle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Führungskraft wird nur bewertet, wenn ihr Team mindestens drei Personen hat.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61488"/>
            <a:ext cx="384048" cy="384048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715768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Berichts-Schwelle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Report erscheint erst ab drei abgegebenen Antworten — auf jeder Ebene.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602736"/>
            <a:ext cx="384048" cy="384048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557016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Getrennte Systeme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Führungskraft bekommt je Runde eine eigene Umfrage. Das Portal weiß nur „teilgenommen“, nie „was geantwortet“.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443984"/>
            <a:ext cx="384048" cy="384048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98264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Rohantworten für Admins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HR sieht niemals eine einzelne Antwort mit Personenbezug.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285232"/>
            <a:ext cx="384048" cy="384048"/>
          </a:xfrm>
          <a:prstGeom prst="ellipse">
            <a:avLst/>
          </a:prstGeom>
          <a:solidFill>
            <a:srgbClr val="00729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239512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Antworten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als schreibgeschützte Kopie auf dem eigenen Gerät — nie auf dem Server.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SEITE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13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 im Überblick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Feedback-Portal ist Eigenentwicklung und steuert Organisation, Rollen, Runden und Reports. LimeSurvey bleibt unverändert der reine „Umfrage-Motor“.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7719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AF1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8633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192524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· FK · HR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24328" y="2743200"/>
            <a:ext cx="2980944" cy="2834640"/>
          </a:xfrm>
          <a:prstGeom prst="roundRect">
            <a:avLst>
              <a:gd name="adj" fmla="val 3226"/>
            </a:avLst>
          </a:prstGeom>
          <a:solidFill>
            <a:srgbClr val="E6F1EA"/>
          </a:solidFill>
          <a:ln w="12700">
            <a:solidFill>
              <a:srgbClr val="004F2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2624328" y="281635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Feedback-Portal (Eigenentwicklung)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37719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04F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98648" y="38633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Portal-Web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419252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SvelteKit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47091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4F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88920" y="4764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5056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· Runden · Reports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97880" y="37719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04F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07608" y="386334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Portal-API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07608" y="4192524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97880" y="47091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729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880" y="4764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· Entra ID · Mail · KI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5056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Organisation, Anmeldung, Versand, Zusammenfassung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06840" y="377190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00729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16568" y="38633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LimeSurvey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116568" y="4192524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Umfrage je FK + Runde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06840" y="4709160"/>
            <a:ext cx="254203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729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06840" y="476402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505663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Rohantworten, 90 Tage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23160" y="4014216"/>
            <a:ext cx="246888" cy="292608"/>
          </a:xfrm>
          <a:prstGeom prst="rightArrow">
            <a:avLst/>
          </a:prstGeom>
          <a:solidFill>
            <a:srgbClr val="B9C9C0"/>
          </a:solidFill>
          <a:ln/>
        </p:spPr>
      </p:sp>
      <p:sp>
        <p:nvSpPr>
          <p:cNvPr id="29" name="Shape 27"/>
          <p:cNvSpPr/>
          <p:nvPr/>
        </p:nvSpPr>
        <p:spPr>
          <a:xfrm>
            <a:off x="5559552" y="4014216"/>
            <a:ext cx="219456" cy="292608"/>
          </a:xfrm>
          <a:prstGeom prst="rightArrow">
            <a:avLst/>
          </a:prstGeom>
          <a:solidFill>
            <a:srgbClr val="B9C9C0"/>
          </a:solidFill>
          <a:ln/>
        </p:spPr>
      </p:sp>
      <p:sp>
        <p:nvSpPr>
          <p:cNvPr id="30" name="Shape 28"/>
          <p:cNvSpPr/>
          <p:nvPr/>
        </p:nvSpPr>
        <p:spPr>
          <a:xfrm>
            <a:off x="8668512" y="4014216"/>
            <a:ext cx="292608" cy="292608"/>
          </a:xfrm>
          <a:prstGeom prst="rightArrow">
            <a:avLst/>
          </a:prstGeom>
          <a:solidFill>
            <a:srgbClr val="B9C9C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Portal-API spricht mit allen anderen Systemen — LimeSurvey bleibt im Kern unverändert.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REIFEGRAD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132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&amp; nächste Schritte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funktionsfähiger Prototyp mit allen gezeigten Funktionen, automatisiert getestet und mit echten Testdaten durchgespielt — noch kein produktionsreifes System.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E6F1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77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Bereits geprüft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Kernfunktionen automatisiert getestet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3016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Runde mit echten Teilnahmen durchgespielt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2885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Anonymität direkt in der Datenbank kontrolliert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94690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Lasttest: 300 gleichzeitige Teilnahmen ohne Fehler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DCEF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377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Schritte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9718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durch Betriebsrat &amp; Datenschutz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63016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Anbindung an echtes SAP, Entra ID und Mailserver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2885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Produktionsserver mit HTTPS und Backups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94690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7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0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KI-Provider gegen ein echtes internes Gateway testen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Führungsfeedback-Portal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3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1920240"/>
            <a:ext cx="8229600" cy="8229600"/>
          </a:xfrm>
          <a:prstGeom prst="ellipse">
            <a:avLst/>
          </a:prstGeom>
          <a:solidFill>
            <a:srgbClr val="00729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-3291840"/>
            <a:ext cx="5029200" cy="5029200"/>
          </a:xfrm>
          <a:prstGeom prst="ellipse">
            <a:avLst/>
          </a:prstGeom>
          <a:solidFill>
            <a:srgbClr val="004F2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517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und Rückmeldungen sind jederzeit willkommen.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2026-09-27T21:14:53Z</dcterms:created>
  <dcterms:modified xsi:type="dcterms:W3CDTF">2026-09-27T21:14:53Z</dcterms:modified>
</cp:coreProperties>
</file>